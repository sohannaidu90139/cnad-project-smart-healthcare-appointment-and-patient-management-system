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09C1C1-6037-48FC-8F6D-A35F4FF325A2}" v="2" dt="2026-09-23T03:01:56.0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HAN NAIDU" userId="59a3885ebc6a4748" providerId="LiveId" clId="{096AA772-E261-4FE9-9447-33B21FB4010C}"/>
    <pc:docChg chg="modSld">
      <pc:chgData name="SOHAN NAIDU" userId="59a3885ebc6a4748" providerId="LiveId" clId="{096AA772-E261-4FE9-9447-33B21FB4010C}" dt="2026-09-23T03:03:08.147" v="2" actId="1036"/>
      <pc:docMkLst>
        <pc:docMk/>
      </pc:docMkLst>
      <pc:sldChg chg="modSp mod">
        <pc:chgData name="SOHAN NAIDU" userId="59a3885ebc6a4748" providerId="LiveId" clId="{096AA772-E261-4FE9-9447-33B21FB4010C}" dt="2026-09-23T03:03:08.147" v="2" actId="1036"/>
        <pc:sldMkLst>
          <pc:docMk/>
          <pc:sldMk cId="2247602601" sldId="262"/>
        </pc:sldMkLst>
        <pc:spChg chg="mod">
          <ac:chgData name="SOHAN NAIDU" userId="59a3885ebc6a4748" providerId="LiveId" clId="{096AA772-E261-4FE9-9447-33B21FB4010C}" dt="2026-09-23T03:03:08.147" v="2" actId="1036"/>
          <ac:spMkLst>
            <pc:docMk/>
            <pc:sldMk cId="2247602601" sldId="262"/>
            <ac:spMk id="17" creationId="{D25BC1A0-FDE4-1557-375E-6E0BD69BC77B}"/>
          </ac:spMkLst>
        </pc:spChg>
        <pc:graphicFrameChg chg="mod">
          <ac:chgData name="SOHAN NAIDU" userId="59a3885ebc6a4748" providerId="LiveId" clId="{096AA772-E261-4FE9-9447-33B21FB4010C}" dt="2026-09-23T03:01:53.869" v="0" actId="20578"/>
          <ac:graphicFrameMkLst>
            <pc:docMk/>
            <pc:sldMk cId="2247602601" sldId="262"/>
            <ac:graphicFrameMk id="30" creationId="{9091FADF-77DB-CB1D-CD72-56C53CF76308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23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23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23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23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23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23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23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23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23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23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23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23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066599"/>
              </p:ext>
            </p:extLst>
          </p:nvPr>
        </p:nvGraphicFramePr>
        <p:xfrm>
          <a:off x="8193271" y="4898509"/>
          <a:ext cx="3702050" cy="13550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3000"/>
                        </a:lnSpc>
                        <a:buNone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  <a:b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KOUSHIK – 2420030232                                                   NRUSIMHA – 2420030114                                                   SOHAN SAI - 2420090139 </a:t>
                      </a:r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230376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Mr. Madhu Guda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IN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Healthcare Appointment and Patient Management System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8005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623530" y="1368625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CD1C67-5FD1-E996-3904-BB40B3E7490A}"/>
              </a:ext>
            </a:extLst>
          </p:cNvPr>
          <p:cNvSpPr txBox="1"/>
          <p:nvPr/>
        </p:nvSpPr>
        <p:spPr>
          <a:xfrm>
            <a:off x="622169" y="1348033"/>
            <a:ext cx="111613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appointment management often involves separate processes for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registration, doctor availability, appointment booking and patient information management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Traditional/manual workflows can result in: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scheduling conflicts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tracking doctor availability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 patient-data entry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Delays in appointment confirmation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coordination between patients and healthcare providers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Fragmented management of patient information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355DF2D-7DBC-D5C1-F40A-23D5A6CBA31E}"/>
              </a:ext>
            </a:extLst>
          </p:cNvPr>
          <p:cNvSpPr txBox="1"/>
          <p:nvPr/>
        </p:nvSpPr>
        <p:spPr>
          <a:xfrm>
            <a:off x="425777" y="1555422"/>
            <a:ext cx="11340446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01 — Appointment Management</a:t>
            </a:r>
          </a:p>
          <a:p>
            <a:r>
              <a:rPr lang="en-IN" sz="2000" dirty="0"/>
              <a:t>       Enable patients to book, reschedule and cancel appointments efficiently.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02 — Patient Management</a:t>
            </a:r>
          </a:p>
          <a:p>
            <a:r>
              <a:rPr lang="en-IN" sz="2000" dirty="0"/>
              <a:t>       Maintain organized patient profiles and appointment history.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03 — Doctor Management</a:t>
            </a:r>
          </a:p>
          <a:p>
            <a:r>
              <a:rPr lang="en-IN" sz="2000" dirty="0"/>
              <a:t>       Manage doctor profiles, availability and schedules.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04 — Smart Scheduling</a:t>
            </a:r>
          </a:p>
          <a:p>
            <a:r>
              <a:rPr lang="en-IN" sz="2000" dirty="0"/>
              <a:t>       Identify suitable appointment slots while reducing scheduling conflicts.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05 — Automated Notifications</a:t>
            </a:r>
          </a:p>
          <a:p>
            <a:r>
              <a:rPr lang="en-IN" sz="2000" dirty="0"/>
              <a:t>       Provide appointment confirmations, reminders and updates.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06 — SOA-Based Integration</a:t>
            </a:r>
          </a:p>
          <a:p>
            <a:r>
              <a:rPr lang="en-IN" sz="2000" dirty="0"/>
              <a:t>       Separate healthcare functions into independent, scalable services.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4727675"/>
              </p:ext>
            </p:extLst>
          </p:nvPr>
        </p:nvGraphicFramePr>
        <p:xfrm>
          <a:off x="274646" y="689466"/>
          <a:ext cx="11642705" cy="46390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Paper 1 Author(s)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Healthcare Appointment Management System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Appointment scheduling / management approach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Efficient appointment handling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Limited integration / scalability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ADAC2A6-CECC-1445-77A4-4B9A5547AFB6}"/>
              </a:ext>
            </a:extLst>
          </p:cNvPr>
          <p:cNvSpPr/>
          <p:nvPr/>
        </p:nvSpPr>
        <p:spPr>
          <a:xfrm>
            <a:off x="5980422" y="3244334"/>
            <a:ext cx="18726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209619-6588-034B-B790-35923540B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86" y="689466"/>
            <a:ext cx="12187613" cy="6121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8B81AEE-127B-3071-71E5-B509B8A98D88}"/>
              </a:ext>
            </a:extLst>
          </p:cNvPr>
          <p:cNvSpPr txBox="1"/>
          <p:nvPr/>
        </p:nvSpPr>
        <p:spPr>
          <a:xfrm>
            <a:off x="546755" y="1385740"/>
            <a:ext cx="112838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Existing Systems</a:t>
            </a:r>
          </a:p>
          <a:p>
            <a:r>
              <a:rPr lang="en-IN" b="1" dirty="0"/>
              <a:t>Appointment Management</a:t>
            </a:r>
            <a:endParaRPr lang="en-IN" dirty="0"/>
          </a:p>
          <a:p>
            <a:r>
              <a:rPr lang="en-IN" b="1" dirty="0"/>
              <a:t>Patient Management</a:t>
            </a:r>
            <a:endParaRPr lang="en-IN" dirty="0"/>
          </a:p>
          <a:p>
            <a:r>
              <a:rPr lang="en-IN" b="1" dirty="0"/>
              <a:t>Doctor Scheduling</a:t>
            </a:r>
            <a:endParaRPr lang="en-IN" dirty="0"/>
          </a:p>
          <a:p>
            <a:r>
              <a:rPr lang="en-IN" b="1" dirty="0"/>
              <a:t>Notifications</a:t>
            </a:r>
            <a:endParaRPr lang="en-IN" dirty="0"/>
          </a:p>
          <a:p>
            <a:r>
              <a:rPr lang="en-IN" dirty="0"/>
              <a:t>⬇️</a:t>
            </a:r>
          </a:p>
          <a:p>
            <a:r>
              <a:rPr lang="en-IN" b="1" dirty="0"/>
              <a:t>Research Gap</a:t>
            </a:r>
          </a:p>
          <a:p>
            <a:r>
              <a:rPr lang="en-IN" dirty="0"/>
              <a:t>Existing healthcare systems may manage individual functions separately, but there is a need for an integrated platform connecting appointment management, patient management and doctor availability through a scalable service-oriented architecture.</a:t>
            </a:r>
          </a:p>
          <a:p>
            <a:r>
              <a:rPr lang="en-IN" dirty="0"/>
              <a:t>⬇️</a:t>
            </a:r>
          </a:p>
          <a:p>
            <a:r>
              <a:rPr lang="en-IN" b="1" dirty="0"/>
              <a:t>Proposed System</a:t>
            </a:r>
          </a:p>
          <a:p>
            <a:r>
              <a:rPr lang="en-IN" b="1" dirty="0"/>
              <a:t>SMART HEALTHCARE APPOINTMENT AND PATIENT MANAGEMENT SYSTEM</a:t>
            </a:r>
          </a:p>
          <a:p>
            <a:r>
              <a:rPr lang="en-IN" b="1" dirty="0"/>
              <a:t>Integrated Healthcare Workflow</a:t>
            </a:r>
            <a:endParaRPr lang="en-IN" dirty="0"/>
          </a:p>
          <a:p>
            <a:r>
              <a:rPr lang="en-IN" b="1" dirty="0"/>
              <a:t>Patient → Appointment → Doctor Availability → Confirmation → Notification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43501" y="353100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9C7B2A-D06F-0A93-9670-1658E293C646}"/>
              </a:ext>
            </a:extLst>
          </p:cNvPr>
          <p:cNvSpPr txBox="1"/>
          <p:nvPr/>
        </p:nvSpPr>
        <p:spPr>
          <a:xfrm>
            <a:off x="1027522" y="1545995"/>
            <a:ext cx="1135929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👤 Smart Patient Management</a:t>
            </a:r>
          </a:p>
          <a:p>
            <a:r>
              <a:rPr lang="en-IN" sz="2400" dirty="0"/>
              <a:t>Centralized patient profiles and appointment history.</a:t>
            </a:r>
          </a:p>
          <a:p>
            <a:r>
              <a:rPr lang="en-IN" sz="2400" b="1" dirty="0"/>
              <a:t>🩺 Doctor Availability Management</a:t>
            </a:r>
          </a:p>
          <a:p>
            <a:r>
              <a:rPr lang="en-IN" sz="2400" dirty="0"/>
              <a:t>Manage doctor schedules and available appointment slots.</a:t>
            </a:r>
          </a:p>
          <a:p>
            <a:r>
              <a:rPr lang="en-IN" sz="2400" b="1" dirty="0"/>
              <a:t>📅 Smart Appointment Scheduling</a:t>
            </a:r>
          </a:p>
          <a:p>
            <a:r>
              <a:rPr lang="en-IN" sz="2400" dirty="0"/>
              <a:t>Efficiently allocate appointments based on availability.</a:t>
            </a:r>
          </a:p>
          <a:p>
            <a:r>
              <a:rPr lang="en-IN" sz="2400" b="1" dirty="0"/>
              <a:t>🔔 Automated Notifications</a:t>
            </a:r>
          </a:p>
          <a:p>
            <a:r>
              <a:rPr lang="en-IN" sz="2400" dirty="0"/>
              <a:t>Send appointment confirmations, reminders and updates.</a:t>
            </a:r>
          </a:p>
          <a:p>
            <a:r>
              <a:rPr lang="en-IN" sz="2400" b="1" dirty="0"/>
              <a:t>⚙️ SOA-Based Microservices</a:t>
            </a:r>
          </a:p>
          <a:p>
            <a:r>
              <a:rPr lang="en-IN" sz="2400" dirty="0"/>
              <a:t>Separate healthcare functions into independent services for modularity and scalability.</a:t>
            </a:r>
          </a:p>
          <a:p>
            <a:endParaRPr lang="en-IN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75FC57-D7B7-5945-320B-7166596ED3A2}"/>
              </a:ext>
            </a:extLst>
          </p:cNvPr>
          <p:cNvSpPr/>
          <p:nvPr/>
        </p:nvSpPr>
        <p:spPr>
          <a:xfrm>
            <a:off x="5980423" y="3244334"/>
            <a:ext cx="2311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1381398" y="1743891"/>
            <a:ext cx="10116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TIMELINE CHART FOR EACH PHASE OF YOUR PROJECT SHOULD BE THERE AFTER EXPLANATION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507DE3-32CC-A5E0-1BEE-2E279BC42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935" y="0"/>
            <a:ext cx="109970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ABD653AF-1D50-4795-A3CB-9E3BCB3066FF}">
  <we:reference id="wa200006067" version="1.0.0.9" store="en-US" storeType="OMEX"/>
  <we:alternateReferences>
    <we:reference id="WA200006067" version="1.0.0.9" store="" storeType="OMEX"/>
  </we:alternateReferences>
  <we:properties/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1" runtimeId=""/>
    </a:ext>
  </we:extLst>
</we:webextension>
</file>

<file path=ppt/webextensions/webextension2.xml><?xml version="1.0" encoding="utf-8"?>
<we:webextension xmlns:we="http://schemas.microsoft.com/office/webextensions/webextension/2010/11" id="{D62796B2-08FA-4E1B-A4A7-FE2F9C4C6641}">
  <we:reference id="wa200005669" version="2.0.0.0" store="en-US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406</Words>
  <Application>Microsoft Office PowerPoint</Application>
  <PresentationFormat>Widescreen</PresentationFormat>
  <Paragraphs>101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Aptos</vt:lpstr>
      <vt:lpstr>Aptos Display</vt:lpstr>
      <vt:lpstr>Arial</vt:lpstr>
      <vt:lpstr>Brygada 1918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SOHAN NAIDU</cp:lastModifiedBy>
  <cp:revision>33</cp:revision>
  <dcterms:created xsi:type="dcterms:W3CDTF">2026-08-08T06:33:56Z</dcterms:created>
  <dcterms:modified xsi:type="dcterms:W3CDTF">2026-09-23T03:03:15Z</dcterms:modified>
</cp:coreProperties>
</file>