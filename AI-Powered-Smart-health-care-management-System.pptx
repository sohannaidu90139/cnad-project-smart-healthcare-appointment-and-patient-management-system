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066599"/>
              </p:ext>
            </p:extLst>
          </p:nvPr>
        </p:nvGraphicFramePr>
        <p:xfrm>
          <a:off x="8193271" y="4898509"/>
          <a:ext cx="3702050" cy="13549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3000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b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KOUSHIK – 2420030232                                                   NRUSIMHA – 2420030114                                                   SOHAN SAI - 2420090139 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23037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Mr. Madhu Guda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Healthcare Appointment and Patient Management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623530" y="1368625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CD1C67-5FD1-E996-3904-BB40B3E7490A}"/>
              </a:ext>
            </a:extLst>
          </p:cNvPr>
          <p:cNvSpPr txBox="1"/>
          <p:nvPr/>
        </p:nvSpPr>
        <p:spPr>
          <a:xfrm>
            <a:off x="622169" y="1348033"/>
            <a:ext cx="111613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appointment management often involves separate processes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registration, doctor availability, appointment booking and patient information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Traditional/manual workflows can result in: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 conflicts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tracking doctor availability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patient-data entry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appointment confirmation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coordination between patients and healthcare providers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management of patient information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55DF2D-7DBC-D5C1-F40A-23D5A6CBA31E}"/>
              </a:ext>
            </a:extLst>
          </p:cNvPr>
          <p:cNvSpPr txBox="1"/>
          <p:nvPr/>
        </p:nvSpPr>
        <p:spPr>
          <a:xfrm>
            <a:off x="425777" y="1555422"/>
            <a:ext cx="1134044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01 — Appointment Management</a:t>
            </a:r>
          </a:p>
          <a:p>
            <a:r>
              <a:rPr lang="en-IN" sz="2000" dirty="0"/>
              <a:t>       Enable patients to book, reschedule and cancel appointments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02 — Patient Management</a:t>
            </a:r>
          </a:p>
          <a:p>
            <a:r>
              <a:rPr lang="en-IN" sz="2000" dirty="0"/>
              <a:t>       Maintain organized patient profiles and appointment history.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03 — Doctor Management</a:t>
            </a:r>
          </a:p>
          <a:p>
            <a:r>
              <a:rPr lang="en-IN" sz="2000" dirty="0"/>
              <a:t>       Manage doctor profiles, availability and schedules.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04 — Smart Scheduling</a:t>
            </a:r>
          </a:p>
          <a:p>
            <a:r>
              <a:rPr lang="en-IN" sz="2000" dirty="0"/>
              <a:t>       Identify suitable appointment slots while reducing scheduling conflicts.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05 — Automated Notifications</a:t>
            </a:r>
          </a:p>
          <a:p>
            <a:r>
              <a:rPr lang="en-IN" sz="2000" dirty="0"/>
              <a:t>       Provide appointment confirmations, reminders and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06 — SOA-Based Integration</a:t>
            </a:r>
          </a:p>
          <a:p>
            <a:r>
              <a:rPr lang="en-IN" sz="2000" dirty="0"/>
              <a:t>       Separate healthcare functions into independent, scalable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4727675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Paper 1 Author(s)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Healthcare Appointment Management System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Appointment scheduling / management approach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Efficient appointment handling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integration / scalability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DAC2A6-CECC-1445-77A4-4B9A5547AFB6}"/>
              </a:ext>
            </a:extLst>
          </p:cNvPr>
          <p:cNvSpPr/>
          <p:nvPr/>
        </p:nvSpPr>
        <p:spPr>
          <a:xfrm>
            <a:off x="5980422" y="3244334"/>
            <a:ext cx="18726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09619-6588-034B-B790-35923540B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" y="689466"/>
            <a:ext cx="12187613" cy="612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B81AEE-127B-3071-71E5-B509B8A98D88}"/>
              </a:ext>
            </a:extLst>
          </p:cNvPr>
          <p:cNvSpPr txBox="1"/>
          <p:nvPr/>
        </p:nvSpPr>
        <p:spPr>
          <a:xfrm>
            <a:off x="546755" y="1385740"/>
            <a:ext cx="112838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Existing Systems</a:t>
            </a:r>
          </a:p>
          <a:p>
            <a:r>
              <a:rPr lang="en-IN" b="1" dirty="0"/>
              <a:t>Appointment Management</a:t>
            </a:r>
            <a:endParaRPr lang="en-IN" dirty="0"/>
          </a:p>
          <a:p>
            <a:r>
              <a:rPr lang="en-IN" b="1" dirty="0"/>
              <a:t>Patient Management</a:t>
            </a:r>
            <a:endParaRPr lang="en-IN" dirty="0"/>
          </a:p>
          <a:p>
            <a:r>
              <a:rPr lang="en-IN" b="1" dirty="0"/>
              <a:t>Doctor Scheduling</a:t>
            </a:r>
            <a:endParaRPr lang="en-IN" dirty="0"/>
          </a:p>
          <a:p>
            <a:r>
              <a:rPr lang="en-IN" b="1" dirty="0"/>
              <a:t>Notifications</a:t>
            </a:r>
            <a:endParaRPr lang="en-IN" dirty="0"/>
          </a:p>
          <a:p>
            <a:r>
              <a:rPr lang="en-IN" dirty="0"/>
              <a:t>⬇️</a:t>
            </a:r>
          </a:p>
          <a:p>
            <a:r>
              <a:rPr lang="en-IN" b="1" dirty="0"/>
              <a:t>Research Gap</a:t>
            </a:r>
          </a:p>
          <a:p>
            <a:r>
              <a:rPr lang="en-IN" dirty="0"/>
              <a:t>Existing healthcare systems may manage individual functions separately, but there is a need for an integrated platform connecting appointment management, patient management and doctor availability through a scalable service-oriented architecture.</a:t>
            </a:r>
          </a:p>
          <a:p>
            <a:r>
              <a:rPr lang="en-IN" dirty="0"/>
              <a:t>⬇️</a:t>
            </a:r>
          </a:p>
          <a:p>
            <a:r>
              <a:rPr lang="en-IN" b="1" dirty="0"/>
              <a:t>Proposed System</a:t>
            </a:r>
          </a:p>
          <a:p>
            <a:r>
              <a:rPr lang="en-IN" b="1" dirty="0"/>
              <a:t>SMART HEALTHCARE APPOINTMENT AND PATIENT MANAGEMENT SYSTEM</a:t>
            </a:r>
          </a:p>
          <a:p>
            <a:r>
              <a:rPr lang="en-IN" b="1" dirty="0"/>
              <a:t>Integrated Healthcare Workflow</a:t>
            </a:r>
            <a:endParaRPr lang="en-IN" dirty="0"/>
          </a:p>
          <a:p>
            <a:r>
              <a:rPr lang="en-IN" b="1" dirty="0"/>
              <a:t>Patient → Appointment → Doctor Availability → Confirmation → Notification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43501" y="353100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9C7B2A-D06F-0A93-9670-1658E293C646}"/>
              </a:ext>
            </a:extLst>
          </p:cNvPr>
          <p:cNvSpPr txBox="1"/>
          <p:nvPr/>
        </p:nvSpPr>
        <p:spPr>
          <a:xfrm>
            <a:off x="1027522" y="1545995"/>
            <a:ext cx="113592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👤 Smart Patient Management</a:t>
            </a:r>
          </a:p>
          <a:p>
            <a:r>
              <a:rPr lang="en-IN" sz="2400" dirty="0"/>
              <a:t>Centralized patient profiles and appointment history.</a:t>
            </a:r>
          </a:p>
          <a:p>
            <a:r>
              <a:rPr lang="en-IN" sz="2400" b="1" dirty="0"/>
              <a:t>🩺 Doctor Availability Management</a:t>
            </a:r>
          </a:p>
          <a:p>
            <a:r>
              <a:rPr lang="en-IN" sz="2400" dirty="0"/>
              <a:t>Manage doctor schedules and available appointment slots.</a:t>
            </a:r>
          </a:p>
          <a:p>
            <a:r>
              <a:rPr lang="en-IN" sz="2400" b="1" dirty="0"/>
              <a:t>📅 Smart Appointment Scheduling</a:t>
            </a:r>
          </a:p>
          <a:p>
            <a:r>
              <a:rPr lang="en-IN" sz="2400" dirty="0"/>
              <a:t>Efficiently allocate appointments based on availability.</a:t>
            </a:r>
          </a:p>
          <a:p>
            <a:r>
              <a:rPr lang="en-IN" sz="2400" b="1" dirty="0"/>
              <a:t>🔔 Automated Notifications</a:t>
            </a:r>
          </a:p>
          <a:p>
            <a:r>
              <a:rPr lang="en-IN" sz="2400" dirty="0"/>
              <a:t>Send appointment confirmations, reminders and updates.</a:t>
            </a:r>
          </a:p>
          <a:p>
            <a:r>
              <a:rPr lang="en-IN" sz="2400" b="1" dirty="0"/>
              <a:t>⚙️ SOA-Based Microservices</a:t>
            </a:r>
          </a:p>
          <a:p>
            <a:r>
              <a:rPr lang="en-IN" sz="2400" dirty="0"/>
              <a:t>Separate healthcare functions into independent services for modularity and scalability.</a:t>
            </a:r>
          </a:p>
          <a:p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5FC57-D7B7-5945-320B-7166596ED3A2}"/>
              </a:ext>
            </a:extLst>
          </p:cNvPr>
          <p:cNvSpPr/>
          <p:nvPr/>
        </p:nvSpPr>
        <p:spPr>
          <a:xfrm>
            <a:off x="5980423" y="3244334"/>
            <a:ext cx="231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507DE3-32CC-A5E0-1BEE-2E279BC42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35" y="0"/>
            <a:ext cx="10997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BD653AF-1D50-4795-A3CB-9E3BCB3066FF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"/>
    </a:ext>
  </we:extLst>
</we:webextension>
</file>

<file path=ppt/webextensions/webextension2.xml><?xml version="1.0" encoding="utf-8"?>
<we:webextension xmlns:we="http://schemas.microsoft.com/office/webextensions/webextension/2010/11" id="{D62796B2-08FA-4E1B-A4A7-FE2F9C4C6641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406</Words>
  <Application>Microsoft Office PowerPoint</Application>
  <PresentationFormat>Widescreen</PresentationFormat>
  <Paragraphs>101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Brygada 1918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SOHAN NAIDU</cp:lastModifiedBy>
  <cp:revision>33</cp:revision>
  <dcterms:created xsi:type="dcterms:W3CDTF">2026-08-08T06:33:56Z</dcterms:created>
  <dcterms:modified xsi:type="dcterms:W3CDTF">2026-08-29T07:21:22Z</dcterms:modified>
</cp:coreProperties>
</file>